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73046"/>
                </a:solidFill>
                <a:latin typeface="Aptos Display"/>
              </a:defRPr>
            </a:pPr>
            <a:r>
              <a:t>EventEase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9669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7E57C2"/>
                </a:solidFill>
              </a:defRPr>
            </a:pPr>
            <a:r>
              <a:t>🎉  EventEase</a:t>
            </a:r>
          </a:p>
          <a:p>
            <a:pPr algn="ctr">
              <a:defRPr sz="2500">
                <a:solidFill>
                  <a:srgbClr val="F472B6"/>
                </a:solidFill>
              </a:defRPr>
            </a:pPr>
            <a:r>
              <a:t>Smart • Simple • Connected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✨ 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Manual event management can be time-consuming.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Users need an easy way to discover and register for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Administrators need centralized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13048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Event updates should reach users quickly.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🎯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Easy user registration &amp;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3911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Simple event discovery and registration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7063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Efficient event management for admins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0215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Timely notifications and confirmations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3367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Feedback and review collection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9204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6519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Centralized admin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👥 End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Participants — browse, register and review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Administrators — manage events, users and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🧩 Module 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👩‍💻 Member 1 — User Registration &amp; Login + Event 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👩‍💻 Member 2 — Event Management +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👩‍💻 Member 3 — Feedback &amp; Reviews + Admin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👩‍💻 Member 1 | User Registration &amp;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Create a new account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Login using registered credentials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Maintain user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13048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Role-based user/admin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72583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45736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Session-based access to the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🎟️ Member 1 | Event Registration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Browse available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View date, time, venue and 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Register for an event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13048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Prevent duplicate registrations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72583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45736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Show registration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📅 Member 2 | Event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Create new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Edit event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Delete events when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13048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Manage category, date, time, venue and speaker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72583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45736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Display updated information to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🔔 Member 2 | Notifications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Registration confirmation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New event announcements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Event-related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13048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Notification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72583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45736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Quick status information for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💬 Member 3 | Feedback &amp; 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Submit feedback after attending an 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Give ratings and written 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Display submitted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13048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Admin can monitor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72583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45736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Use feedback for future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📊 Member 3 | Admin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View total users and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Monitor registrations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Manage event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13048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Review ratings and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72583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45736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Monitor overall system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🌈 System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Login → Browse Events → 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3911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         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7063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Confirmation Notification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0215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          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3367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Attend Event → Submit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9204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6519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         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62356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9671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Admin Dashboard → Monitor &amp; Manage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💻 Technologies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HTML — page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CSS — colorful and responsive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JavaScript — application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13048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LocalStorage — client-side data 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72583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45736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Browser-based frontend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⭐ Unique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Simple event discovery and 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Role-based user and admin functionality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26664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Automatic registration confirmation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13048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Integrated feedback and reviews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72583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45736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Centralized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🚀 Future Enhancements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Backend database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3911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Email and SMS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7063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Online payment for paid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0215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QR-code event check-in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3367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Advanced analytics and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92040"/>
            <a:ext cx="1065276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65192"/>
            <a:ext cx="10149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373046"/>
                </a:solidFill>
                <a:latin typeface="Aptos"/>
              </a:defRPr>
            </a:pPr>
            <a:r>
              <a:t>Cloud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320040"/>
            <a:ext cx="1371600" cy="13716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715000"/>
            <a:ext cx="1234440" cy="1234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80644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146304" cy="59436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3046"/>
                </a:solidFill>
                <a:latin typeface="Aptos Display"/>
              </a:defRPr>
            </a:pPr>
            <a:r>
              <a:t>💜 Thank You!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EventEase — Making Event Management Simple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93976"/>
            <a:ext cx="106527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10149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373046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190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E57C2"/>
                </a:solidFill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